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7aad25d5d7f41a0" /><Relationship Type="http://schemas.openxmlformats.org/officeDocument/2006/relationships/extended-properties" Target="/docProps/app.xml" Id="Rf540823f92124579" /><Relationship Type="http://schemas.openxmlformats.org/officeDocument/2006/relationships/officeDocument" Target="/ppt/presentation.xml" Id="Rb040a8656e2d401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d6031a4e3a04800"/>
  </p:sldMasterIdLst>
  <p:notesMasterIdLst>
    <p:notesMasterId xmlns:r="http://schemas.openxmlformats.org/officeDocument/2006/relationships" r:id="R95faeb23f31247bb"/>
  </p:notesMasterIdLst>
  <p:sldIdLst>
    <p:sldId xmlns:r="http://schemas.openxmlformats.org/officeDocument/2006/relationships" id="256" r:id="Rbb414d6908174a65"/>
    <p:sldId xmlns:r="http://schemas.openxmlformats.org/officeDocument/2006/relationships" id="257" r:id="R82dc28e4fcef456b"/>
    <p:sldId xmlns:r="http://schemas.openxmlformats.org/officeDocument/2006/relationships" id="258" r:id="R56a28342b53748a9"/>
    <p:sldId xmlns:r="http://schemas.openxmlformats.org/officeDocument/2006/relationships" id="259" r:id="R7ee852d37ea347cd"/>
    <p:sldId xmlns:r="http://schemas.openxmlformats.org/officeDocument/2006/relationships" id="260" r:id="Rd3a5db26fcc747a5"/>
    <p:sldId xmlns:r="http://schemas.openxmlformats.org/officeDocument/2006/relationships" id="261" r:id="R1d134c17cc064d06"/>
    <p:sldId xmlns:r="http://schemas.openxmlformats.org/officeDocument/2006/relationships" id="262" r:id="R0da2e21337d74a06"/>
  </p:sldIdLst>
  <p:sldSz cx="24384000" cy="13716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790f2a70e174059" /><Relationship Type="http://schemas.openxmlformats.org/officeDocument/2006/relationships/slideMaster" Target="/ppt/slideMasters/slideMaster1.xml" Id="Rfd6031a4e3a04800" /><Relationship Type="http://schemas.openxmlformats.org/officeDocument/2006/relationships/notesMaster" Target="/ppt/notesMasters/notesMaster1.xml" Id="R95faeb23f31247bb" /><Relationship Type="http://schemas.openxmlformats.org/officeDocument/2006/relationships/presProps" Target="/ppt/presProps.xml" Id="Ra29a0d5db70f4363" /><Relationship Type="http://schemas.openxmlformats.org/officeDocument/2006/relationships/tableStyles" Target="/ppt/tableStyles.xml" Id="R262b73f70e504cdd" /><Relationship Type="http://schemas.openxmlformats.org/officeDocument/2006/relationships/slide" Target="/ppt/slides/slide1.xml" Id="Rbb414d6908174a65" /><Relationship Type="http://schemas.openxmlformats.org/officeDocument/2006/relationships/slide" Target="/ppt/slides/slide2.xml" Id="R82dc28e4fcef456b" /><Relationship Type="http://schemas.openxmlformats.org/officeDocument/2006/relationships/slide" Target="/ppt/slides/slide3.xml" Id="R56a28342b53748a9" /><Relationship Type="http://schemas.openxmlformats.org/officeDocument/2006/relationships/slide" Target="/ppt/slides/slide4.xml" Id="R7ee852d37ea347cd" /><Relationship Type="http://schemas.openxmlformats.org/officeDocument/2006/relationships/slide" Target="/ppt/slides/slide5.xml" Id="Rd3a5db26fcc747a5" /><Relationship Type="http://schemas.openxmlformats.org/officeDocument/2006/relationships/slide" Target="/ppt/slides/slide6.xml" Id="R1d134c17cc064d06" /><Relationship Type="http://schemas.openxmlformats.org/officeDocument/2006/relationships/slide" Target="/ppt/slides/slide7.xml" Id="R0da2e21337d74a0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9f185f9507449d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4999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a1be9f2945b462a" /><Relationship Type="http://schemas.openxmlformats.org/officeDocument/2006/relationships/notesMaster" Target="/ppt/notesMasters/notesMaster1.xml" Id="R40b761cc40c74b8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aa063ffb4ab40ef" /><Relationship Type="http://schemas.openxmlformats.org/officeDocument/2006/relationships/notesMaster" Target="/ppt/notesMasters/notesMaster1.xml" Id="R93b4e8fbe310419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f9861295e9c42aa" /><Relationship Type="http://schemas.openxmlformats.org/officeDocument/2006/relationships/notesMaster" Target="/ppt/notesMasters/notesMaster1.xml" Id="Re929bbb69cb649a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75e330c4c85457e" /><Relationship Type="http://schemas.openxmlformats.org/officeDocument/2006/relationships/notesMaster" Target="/ppt/notesMasters/notesMaster1.xml" Id="R7f1ef8cd12d5407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78c5488d7c44a9f" /><Relationship Type="http://schemas.openxmlformats.org/officeDocument/2006/relationships/notesMaster" Target="/ppt/notesMasters/notesMaster1.xml" Id="R9eff661b4021451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399807632c048a9" /><Relationship Type="http://schemas.openxmlformats.org/officeDocument/2006/relationships/notesMaster" Target="/ppt/notesMasters/notesMaster1.xml" Id="Rb4aa11ed7c61435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cf38ae890e6448b" /><Relationship Type="http://schemas.openxmlformats.org/officeDocument/2006/relationships/notesMaster" Target="/ppt/notesMasters/notesMaster1.xml" Id="R9edb1c41f8704d3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Dotify product, technical, and philosophical memory in the repository.</a:t>
            </a:r>
          </a:p>
          <a:p xmlns:a="http://schemas.openxmlformats.org/drawingml/2006/main">
            <a:r>
              <a:t>User-provided screenshot: Capture d’écran 2026-08-26 à 11.04.09.png.</a:t>
            </a:r>
          </a:p>
          <a:p xmlns:a="http://schemas.openxmlformats.org/drawingml/2006/main">
            <a:r>
              <a:t>Dotify logo asset: web/product-icon.png.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docs/context/dotify-philosophical-north-star.md and docs/context/dotify-product-memory.md.</a:t>
            </a:r>
          </a:p>
          <a:p xmlns:a="http://schemas.openxmlformats.org/drawingml/2006/main">
            <a:r>
              <a:t>User-provided screenshot: Capture d’écran 2026-08-26 à 11.09.54.png.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README.md and docs/context/dotify-technical-memory.md for catalog, room-access, and protected-key boundaries.</a:t>
            </a:r>
          </a:p>
          <a:p xmlns:a="http://schemas.openxmlformats.org/drawingml/2006/main">
            <a:r>
              <a:t>User-provided screenshots: Capture d’écran 2026-08-26 à 11.04.58.png, 11.09.09.png, and 11.11.23.png.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spec.md section 2.3 and docs/context/dotify-product-memory.md for the artist workflow and sovereignty boundary.</a:t>
            </a:r>
          </a:p>
          <a:p xmlns:a="http://schemas.openxmlformats.org/drawingml/2006/main">
            <a:r>
              <a:t>User-provided screenshot: Capture d’écran 2026-07-22 à 17.02.12.png.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spec.md sections 2–7, README.md, and docs/explanation/product-devnet-architecture.md.</a:t>
            </a:r>
          </a:p>
          <a:p xmlns:a="http://schemas.openxmlformats.org/drawingml/2006/main">
            <a:r>
              <a:t>Architecture wording deliberately distinguishes media/key custody, chain policy, and room signaling.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docs/backlog/polkadot-product-readiness-and-killer-dapp-roadmap.md.</a:t>
            </a:r>
          </a:p>
          <a:p xmlns:a="http://schemas.openxmlformats.org/drawingml/2006/main">
            <a:r>
              <a:t>docs/explanation/product-devnet-architecture.md capability matrix and Product Mobile WebRTC boundary.</a:t>
            </a:r>
          </a:p>
          <a:p xmlns:a="http://schemas.openxmlformats.org/drawingml/2006/main">
            <a:r>
              <a:t>User-provided screenshot: Capture d’écran 2026-08-26 à 11.04.09.png.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docs/backlog/improvement-plan.md and docs/backlog/polkadot-product-readiness-and-killer-dapp-roadmap.md.</a:t>
            </a:r>
          </a:p>
          <a:p xmlns:a="http://schemas.openxmlformats.org/drawingml/2006/main">
            <a:r>
              <a:t>docs/context/dotify-philosophical-north-star.md for the closing product thesis.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1e9ac7e47e4be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825387f87e424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78d98e95214aa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e6071483644ac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8871f4ebbd40f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8ac3ded85b4d3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4ba7e0979241ff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2a994247cf45c4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8b42d4a29a421a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c390276c844426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505c0c6e6e4c79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0d382b42e54e84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84655aef1e4b20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2fcd9eab5e47e1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55045f3e30446a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6fab69ddcf4bba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c78316d2264d5a" /></Relationships>
</file>

<file path=ppt/slideLayouts/slideLayout1.xml><?xml version="1.0" encoding="utf-8"?>
<p:sldLayout xmlns:p="http://schemas.openxmlformats.org/presentationml/2006/main" showMasterSp="1" showMasterPhAnim="1" type="title">
  <p:cSld name="Tit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Auteur et date">
            <a:extLst xmlns:a="http://schemas.openxmlformats.org/drawingml/2006/main">
              <a:ext uri="{FF2B5EF4-FFF2-40B4-BE49-F238E27FC236}">
                <a16:creationId xmlns:a16="http://schemas.microsoft.com/office/drawing/2014/main" id="{6CE7A963-B806-41E4-9B4E-45B609CCEDCE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1201340" y="11859862"/>
            <a:ext cx="21971003" cy="63697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5719" tIns="45719" rIns="45719" bIns="45719"/>
          <a:lstStyle xmlns:a="http://schemas.openxmlformats.org/drawingml/2006/main"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 xmlns:a="http://schemas.openxmlformats.org/drawingml/2006/main">
            <a:pPr>
              <a:buNone/>
            </a:pPr>
            <a:r>
              <a:t>Auteur et date</a:t>
            </a:r>
          </a:p>
        </p:txBody>
      </p:sp>
      <p:sp>
        <p:nvSpPr>
          <p:cNvPr id="12" name="Titre de la présentation">
            <a:extLst xmlns:a="http://schemas.openxmlformats.org/drawingml/2006/main">
              <a:ext uri="{FF2B5EF4-FFF2-40B4-BE49-F238E27FC236}">
                <a16:creationId xmlns:a16="http://schemas.microsoft.com/office/drawing/2014/main" id="{7B6637DD-CE5D-422C-9A64-609B59B74270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206496" y="2574991"/>
            <a:ext cx="21971004" cy="46482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11600" spc="-232"/>
            </a:lvl1pPr>
          </a:lstStyle>
          <a:p xmlns:a="http://schemas.openxmlformats.org/drawingml/2006/main">
            <a:pPr>
              <a:buNone/>
            </a:pPr>
            <a:r>
              <a:t>Titre de la présentation</a:t>
            </a:r>
          </a:p>
        </p:txBody>
      </p:sp>
      <p:sp>
        <p:nvSpPr>
          <p:cNvPr id="13" name="Texte niveau 1…">
            <a:extLst xmlns:a="http://schemas.openxmlformats.org/drawingml/2006/main">
              <a:ext uri="{FF2B5EF4-FFF2-40B4-BE49-F238E27FC236}">
                <a16:creationId xmlns:a16="http://schemas.microsoft.com/office/drawing/2014/main" id="{9B024079-A174-41A6-B145-80235E4237C8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1201342" y="7223190"/>
            <a:ext cx="21971001" cy="19050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 xmlns:a="http://schemas.openxmlformats.org/drawingml/2006/main">
            <a:pPr>
              <a:buNone/>
            </a:pPr>
            <a:r>
              <a:t>Sous-titre de la présentation</a:t>
            </a:r>
          </a:p>
          <a:p xmlns:a="http://schemas.openxmlformats.org/drawingml/2006/main">
            <a:pPr lvl="1">
              <a:buNone/>
            </a:pPr>
            <a:r>
              <a:t/>
            </a:r>
          </a:p>
          <a:p xmlns:a="http://schemas.openxmlformats.org/drawingml/2006/main">
            <a:pPr lvl="2">
              <a:buNone/>
            </a:pPr>
            <a:r>
              <a:t/>
            </a:r>
          </a:p>
          <a:p xmlns:a="http://schemas.openxmlformats.org/drawingml/2006/main">
            <a:pPr lvl="3">
              <a:buNone/>
            </a:pPr>
            <a:r>
              <a:t/>
            </a:r>
          </a:p>
          <a:p xmlns:a="http://schemas.openxmlformats.org/drawingml/2006/main">
            <a:pPr lvl="4">
              <a:buNone/>
            </a:pPr>
            <a:r>
              <a:t/>
            </a:r>
          </a:p>
        </p:txBody>
      </p:sp>
      <p:sp>
        <p:nvSpPr>
          <p:cNvPr id="14" name="Numéro de diapositive">
            <a:extLst xmlns:a="http://schemas.openxmlformats.org/drawingml/2006/main">
              <a:ext uri="{FF2B5EF4-FFF2-40B4-BE49-F238E27FC236}">
                <a16:creationId xmlns:a16="http://schemas.microsoft.com/office/drawing/2014/main" id="{0D6C562A-3B85-4C9E-8FAA-A05D01B86216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</p:cSld>
</p:sldLayout>
</file>

<file path=ppt/slideLayouts/slideLayout2.xml><?xml version="1.0" encoding="utf-8"?>
<p:sldLayout xmlns:p="http://schemas.openxmlformats.org/presentationml/2006/main" showMasterSp="1" showMasterPhAnim="1">
  <p:cSld name="Titre et phot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Avocats et citrons verts">
            <a:extLst xmlns:a="http://schemas.openxmlformats.org/drawingml/2006/main">
              <a:ext uri="{FF2B5EF4-FFF2-40B4-BE49-F238E27FC236}">
                <a16:creationId xmlns:a16="http://schemas.microsoft.com/office/drawing/2014/main" id="{8C4F10ED-A239-4CCA-B4A4-6D59B0124E00}"/>
              </a:ext>
            </a:extLst>
          </p:cNvPr>
          <p:cNvSpPr>
            <a:spLocks xmlns:a="http://schemas.openxmlformats.org/drawingml/2006/main" noGrp="1"/>
          </p:cNvSpPr>
          <p:nvPr>
            <p:ph type="pic" idx="21"/>
          </p:nvPr>
        </p:nvSpPr>
        <p:spPr>
          <a:xfrm xmlns:a="http://schemas.openxmlformats.org/drawingml/2006/main">
            <a:off x="-1155700" y="-1295400"/>
            <a:ext cx="26746200" cy="1601893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39" tIns="45719" rIns="91439" bIns="45719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" name="Titre de la présentation">
            <a:extLst xmlns:a="http://schemas.openxmlformats.org/drawingml/2006/main">
              <a:ext uri="{FF2B5EF4-FFF2-40B4-BE49-F238E27FC236}">
                <a16:creationId xmlns:a16="http://schemas.microsoft.com/office/drawing/2014/main" id="{C100854A-B9EE-4697-8D64-3145F133E8F1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206500" y="7124700"/>
            <a:ext cx="21971000" cy="464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11600" spc="-232"/>
            </a:lvl1pPr>
          </a:lstStyle>
          <a:p xmlns:a="http://schemas.openxmlformats.org/drawingml/2006/main">
            <a:pPr>
              <a:buNone/>
            </a:pPr>
            <a:r>
              <a:t>Titre de la présentation</a:t>
            </a:r>
          </a:p>
        </p:txBody>
      </p:sp>
      <p:sp>
        <p:nvSpPr>
          <p:cNvPr id="23" name="Auteur et date">
            <a:extLst xmlns:a="http://schemas.openxmlformats.org/drawingml/2006/main">
              <a:ext uri="{FF2B5EF4-FFF2-40B4-BE49-F238E27FC236}">
                <a16:creationId xmlns:a16="http://schemas.microsoft.com/office/drawing/2014/main" id="{47C8ED5F-2BE9-4739-B99A-23C3B3BBD2B2}"/>
              </a:ext>
            </a:extLst>
          </p:cNvPr>
          <p:cNvSpPr>
            <a:spLocks xmlns:a="http://schemas.openxmlformats.org/drawingml/2006/main" noGrp="1"/>
          </p:cNvSpPr>
          <p:nvPr>
            <p:ph type="body" idx="22" hasCustomPrompt="1"/>
          </p:nvPr>
        </p:nvSpPr>
        <p:spPr>
          <a:xfrm xmlns:a="http://schemas.openxmlformats.org/drawingml/2006/main">
            <a:off x="1207690" y="1106137"/>
            <a:ext cx="21968621" cy="63697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5719" tIns="45719" rIns="45719" bIns="45719"/>
          <a:lstStyle xmlns:a="http://schemas.openxmlformats.org/drawingml/2006/main"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 xmlns:a="http://schemas.openxmlformats.org/drawingml/2006/main">
            <a:pPr>
              <a:buNone/>
            </a:pPr>
            <a:r>
              <a:t>Auteur et date</a:t>
            </a:r>
          </a:p>
        </p:txBody>
      </p:sp>
      <p:sp>
        <p:nvSpPr>
          <p:cNvPr id="24" name="Texte niveau 1…">
            <a:extLst xmlns:a="http://schemas.openxmlformats.org/drawingml/2006/main">
              <a:ext uri="{FF2B5EF4-FFF2-40B4-BE49-F238E27FC236}">
                <a16:creationId xmlns:a16="http://schemas.microsoft.com/office/drawing/2014/main" id="{3840DCEE-891B-439A-9053-CA87904E1A22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1206500" y="11609910"/>
            <a:ext cx="21971000" cy="11169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 xmlns:a="http://schemas.openxmlformats.org/drawingml/2006/main">
            <a:pPr>
              <a:buNone/>
            </a:pPr>
            <a:r>
              <a:t>Sous-titre de la présentation</a:t>
            </a:r>
          </a:p>
          <a:p xmlns:a="http://schemas.openxmlformats.org/drawingml/2006/main">
            <a:pPr lvl="1">
              <a:buNone/>
            </a:pPr>
            <a:r>
              <a:t/>
            </a:r>
          </a:p>
          <a:p xmlns:a="http://schemas.openxmlformats.org/drawingml/2006/main">
            <a:pPr lvl="2">
              <a:buNone/>
            </a:pPr>
            <a:r>
              <a:t/>
            </a:r>
          </a:p>
          <a:p xmlns:a="http://schemas.openxmlformats.org/drawingml/2006/main">
            <a:pPr lvl="3">
              <a:buNone/>
            </a:pPr>
            <a:r>
              <a:t/>
            </a:r>
          </a:p>
          <a:p xmlns:a="http://schemas.openxmlformats.org/drawingml/2006/main">
            <a:pPr lvl="4">
              <a:buNone/>
            </a:pPr>
            <a:r>
              <a:t/>
            </a:r>
          </a:p>
        </p:txBody>
      </p:sp>
      <p:sp>
        <p:nvSpPr>
          <p:cNvPr id="25" name="Numéro de diapositive">
            <a:extLst xmlns:a="http://schemas.openxmlformats.org/drawingml/2006/main">
              <a:ext uri="{FF2B5EF4-FFF2-40B4-BE49-F238E27FC236}">
                <a16:creationId xmlns:a16="http://schemas.microsoft.com/office/drawing/2014/main" id="{FAB87BE0-6C5B-41D9-AC65-D1A8BCF9C1B5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</p:cSld>
</p:sldLayout>
</file>

<file path=ppt/slideLayouts/slideLayout3.xml><?xml version="1.0" encoding="utf-8"?>
<p:sldLayout xmlns:p="http://schemas.openxmlformats.org/presentationml/2006/main" showMasterSp="1" showMasterPhAnim="1">
  <p:cSld name="Autre titre et phot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Bol avec des beignets de saumon, de la salade et du houmous">
            <a:extLst xmlns:a="http://schemas.openxmlformats.org/drawingml/2006/main">
              <a:ext uri="{FF2B5EF4-FFF2-40B4-BE49-F238E27FC236}">
                <a16:creationId xmlns:a16="http://schemas.microsoft.com/office/drawing/2014/main" id="{82973383-F4E4-4F51-BC02-A35FF9FCE8FE}"/>
              </a:ext>
            </a:extLst>
          </p:cNvPr>
          <p:cNvSpPr>
            <a:spLocks xmlns:a="http://schemas.openxmlformats.org/drawingml/2006/main" noGrp="1"/>
          </p:cNvSpPr>
          <p:nvPr>
            <p:ph type="pic" idx="21"/>
          </p:nvPr>
        </p:nvSpPr>
        <p:spPr>
          <a:xfrm xmlns:a="http://schemas.openxmlformats.org/drawingml/2006/main">
            <a:off x="10972800" y="-203200"/>
            <a:ext cx="12144837" cy="1413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39" tIns="45719" rIns="91439" bIns="45719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3" name="Titre de diapositive">
            <a:extLst xmlns:a="http://schemas.openxmlformats.org/drawingml/2006/main">
              <a:ext uri="{FF2B5EF4-FFF2-40B4-BE49-F238E27FC236}">
                <a16:creationId xmlns:a16="http://schemas.microsoft.com/office/drawing/2014/main" id="{19A53E11-68B6-4196-BC98-BD8B38112A16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206500" y="1270000"/>
            <a:ext cx="9779000" cy="588227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buNone/>
            </a:pPr>
            <a:r>
              <a:t>Titre de diapositive</a:t>
            </a:r>
          </a:p>
        </p:txBody>
      </p:sp>
      <p:sp>
        <p:nvSpPr>
          <p:cNvPr id="34" name="Texte niveau 1…">
            <a:extLst xmlns:a="http://schemas.openxmlformats.org/drawingml/2006/main">
              <a:ext uri="{FF2B5EF4-FFF2-40B4-BE49-F238E27FC236}">
                <a16:creationId xmlns:a16="http://schemas.microsoft.com/office/drawing/2014/main" id="{91626236-510D-4683-B87A-CFE38F09B5B7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1206500" y="7060576"/>
            <a:ext cx="9779000" cy="53854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 xmlns:a="http://schemas.openxmlformats.org/drawingml/2006/main">
            <a:pPr>
              <a:buNone/>
            </a:pPr>
            <a:r>
              <a:t>Sous-titre de diapositive</a:t>
            </a:r>
          </a:p>
          <a:p xmlns:a="http://schemas.openxmlformats.org/drawingml/2006/main">
            <a:pPr lvl="1">
              <a:buNone/>
            </a:pPr>
            <a:r>
              <a:t/>
            </a:r>
          </a:p>
          <a:p xmlns:a="http://schemas.openxmlformats.org/drawingml/2006/main">
            <a:pPr lvl="2">
              <a:buNone/>
            </a:pPr>
            <a:r>
              <a:t/>
            </a:r>
          </a:p>
          <a:p xmlns:a="http://schemas.openxmlformats.org/drawingml/2006/main">
            <a:pPr lvl="3">
              <a:buNone/>
            </a:pPr>
            <a:r>
              <a:t/>
            </a:r>
          </a:p>
          <a:p xmlns:a="http://schemas.openxmlformats.org/drawingml/2006/main">
            <a:pPr lvl="4">
              <a:buNone/>
            </a:pPr>
            <a:r>
              <a:t/>
            </a:r>
          </a:p>
        </p:txBody>
      </p:sp>
      <p:sp>
        <p:nvSpPr>
          <p:cNvPr id="35" name="Numéro de diapositive">
            <a:extLst xmlns:a="http://schemas.openxmlformats.org/drawingml/2006/main">
              <a:ext uri="{FF2B5EF4-FFF2-40B4-BE49-F238E27FC236}">
                <a16:creationId xmlns:a16="http://schemas.microsoft.com/office/drawing/2014/main" id="{0C7FCA9A-3500-446B-8EC1-6C56DE31F43B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xfrm xmlns:a="http://schemas.openxmlformats.org/drawingml/2006/main">
            <a:off x="12001499" y="13085233"/>
            <a:ext cx="368505" cy="374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</p:cSld>
</p:sldLayout>
</file>

<file path=ppt/slideLayouts/slideLayout4.xml><?xml version="1.0" encoding="utf-8"?>
<p:sldLayout xmlns:p="http://schemas.openxmlformats.org/presentationml/2006/main" showMasterSp="1" showMasterPhAnim="1">
  <p:cSld name="Titre et puce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itre de diapositive">
            <a:extLst xmlns:a="http://schemas.openxmlformats.org/drawingml/2006/main">
              <a:ext uri="{FF2B5EF4-FFF2-40B4-BE49-F238E27FC236}">
                <a16:creationId xmlns:a16="http://schemas.microsoft.com/office/drawing/2014/main" id="{DAE15C08-CC74-4019-8DBC-7A0CC9607B7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Titre de diapositive</a:t>
            </a:r>
          </a:p>
        </p:txBody>
      </p:sp>
      <p:sp>
        <p:nvSpPr>
          <p:cNvPr id="43" name="Sous-titre de diapositive">
            <a:extLst xmlns:a="http://schemas.openxmlformats.org/drawingml/2006/main">
              <a:ext uri="{FF2B5EF4-FFF2-40B4-BE49-F238E27FC236}">
                <a16:creationId xmlns:a16="http://schemas.microsoft.com/office/drawing/2014/main" id="{2B9F4D51-8CE6-4AB6-8613-B74F07838968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1206500" y="2372962"/>
            <a:ext cx="21971000" cy="9347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5719" tIns="45719" rIns="45719" bIns="45719"/>
          <a:lstStyle xmlns:a="http://schemas.openxmlformats.org/drawingml/2006/main"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 xmlns:a="http://schemas.openxmlformats.org/drawingml/2006/main">
            <a:pPr>
              <a:buNone/>
            </a:pPr>
            <a:r>
              <a:t>Sous-titre de diapositive</a:t>
            </a:r>
          </a:p>
        </p:txBody>
      </p:sp>
      <p:sp>
        <p:nvSpPr>
          <p:cNvPr id="44" name="Texte niveau 1…">
            <a:extLst xmlns:a="http://schemas.openxmlformats.org/drawingml/2006/main">
              <a:ext uri="{FF2B5EF4-FFF2-40B4-BE49-F238E27FC236}">
                <a16:creationId xmlns:a16="http://schemas.microsoft.com/office/drawing/2014/main" id="{2CF31C5B-F6D7-412C-B631-121D74CF7A62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Texte de puce de diapositive</a:t>
            </a:r>
          </a:p>
          <a:p xmlns:a="http://schemas.openxmlformats.org/drawingml/2006/main">
            <a:pPr lvl="1">
              <a:buNone/>
            </a:pPr>
            <a:r>
              <a:t/>
            </a:r>
          </a:p>
          <a:p xmlns:a="http://schemas.openxmlformats.org/drawingml/2006/main">
            <a:pPr lvl="2">
              <a:buNone/>
            </a:pPr>
            <a:r>
              <a:t/>
            </a:r>
          </a:p>
          <a:p xmlns:a="http://schemas.openxmlformats.org/drawingml/2006/main">
            <a:pPr lvl="3">
              <a:buNone/>
            </a:pPr>
            <a:r>
              <a:t/>
            </a:r>
          </a:p>
          <a:p xmlns:a="http://schemas.openxmlformats.org/drawingml/2006/main">
            <a:pPr lvl="4">
              <a:buNone/>
            </a:pPr>
            <a:r>
              <a:t/>
            </a:r>
          </a:p>
        </p:txBody>
      </p:sp>
      <p:sp>
        <p:nvSpPr>
          <p:cNvPr id="45" name="Numéro de diapositive">
            <a:extLst xmlns:a="http://schemas.openxmlformats.org/drawingml/2006/main">
              <a:ext uri="{FF2B5EF4-FFF2-40B4-BE49-F238E27FC236}">
                <a16:creationId xmlns:a16="http://schemas.microsoft.com/office/drawing/2014/main" id="{587882C2-9821-4026-9961-1B19041B0B82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</p:cSld>
</p:sldLayout>
</file>

<file path=ppt/slideLayouts/slideLayout5.xml><?xml version="1.0" encoding="utf-8"?>
<p:sldLayout xmlns:p="http://schemas.openxmlformats.org/presentationml/2006/main" showMasterSp="1" showMasterPhAnim="1">
  <p:cSld name="Puce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Texte niveau 1…">
            <a:extLst xmlns:a="http://schemas.openxmlformats.org/drawingml/2006/main">
              <a:ext uri="{FF2B5EF4-FFF2-40B4-BE49-F238E27FC236}">
                <a16:creationId xmlns:a16="http://schemas.microsoft.com/office/drawing/2014/main" id="{60ED339E-7CE6-492F-B512-3A4C863C1FD6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Texte de puce de diapositive</a:t>
            </a:r>
          </a:p>
          <a:p xmlns:a="http://schemas.openxmlformats.org/drawingml/2006/main">
            <a:pPr lvl="1">
              <a:buNone/>
            </a:pPr>
            <a:r>
              <a:t/>
            </a:r>
          </a:p>
          <a:p xmlns:a="http://schemas.openxmlformats.org/drawingml/2006/main">
            <a:pPr lvl="2">
              <a:buNone/>
            </a:pPr>
            <a:r>
              <a:t/>
            </a:r>
          </a:p>
          <a:p xmlns:a="http://schemas.openxmlformats.org/drawingml/2006/main">
            <a:pPr lvl="3">
              <a:buNone/>
            </a:pPr>
            <a:r>
              <a:t/>
            </a:r>
          </a:p>
          <a:p xmlns:a="http://schemas.openxmlformats.org/drawingml/2006/main">
            <a:pPr lvl="4">
              <a:buNone/>
            </a:pPr>
            <a:r>
              <a:t/>
            </a:r>
          </a:p>
        </p:txBody>
      </p:sp>
      <p:sp>
        <p:nvSpPr>
          <p:cNvPr id="53" name="Numéro de diapositive">
            <a:extLst xmlns:a="http://schemas.openxmlformats.org/drawingml/2006/main">
              <a:ext uri="{FF2B5EF4-FFF2-40B4-BE49-F238E27FC236}">
                <a16:creationId xmlns:a16="http://schemas.microsoft.com/office/drawing/2014/main" id="{001149BF-BF8E-4A63-AE90-CEA41A6FF166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</p:cSld>
</p:sldLayout>
</file>

<file path=ppt/slideLayouts/slideLayout6.xml><?xml version="1.0" encoding="utf-8"?>
<p:sldLayout xmlns:p="http://schemas.openxmlformats.org/presentationml/2006/main" showMasterSp="1" showMasterPhAnim="1">
  <p:cSld name="Titre, puces et phot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Sous-titre de diapositive">
            <a:extLst xmlns:a="http://schemas.openxmlformats.org/drawingml/2006/main">
              <a:ext uri="{FF2B5EF4-FFF2-40B4-BE49-F238E27FC236}">
                <a16:creationId xmlns:a16="http://schemas.microsoft.com/office/drawing/2014/main" id="{518D3CD4-09DE-451F-9830-5D969943EAED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1206500" y="2372962"/>
            <a:ext cx="9779000" cy="9347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5719" tIns="45719" rIns="45719" bIns="45719"/>
          <a:lstStyle xmlns:a="http://schemas.openxmlformats.org/drawingml/2006/main"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 xmlns:a="http://schemas.openxmlformats.org/drawingml/2006/main">
            <a:pPr>
              <a:buNone/>
            </a:pPr>
            <a:r>
              <a:t>Sous-titre de diapositive</a:t>
            </a:r>
          </a:p>
        </p:txBody>
      </p:sp>
      <p:sp>
        <p:nvSpPr>
          <p:cNvPr id="61" name="Texte niveau 1…">
            <a:extLst xmlns:a="http://schemas.openxmlformats.org/drawingml/2006/main">
              <a:ext uri="{FF2B5EF4-FFF2-40B4-BE49-F238E27FC236}">
                <a16:creationId xmlns:a16="http://schemas.microsoft.com/office/drawing/2014/main" id="{50B40D14-2742-4120-9F7A-55A884249827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1206500" y="4248504"/>
            <a:ext cx="9779000" cy="82566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Texte de puce de diapositive</a:t>
            </a:r>
          </a:p>
          <a:p xmlns:a="http://schemas.openxmlformats.org/drawingml/2006/main">
            <a:pPr lvl="1">
              <a:buNone/>
            </a:pPr>
            <a:r>
              <a:t/>
            </a:r>
          </a:p>
          <a:p xmlns:a="http://schemas.openxmlformats.org/drawingml/2006/main">
            <a:pPr lvl="2">
              <a:buNone/>
            </a:pPr>
            <a:r>
              <a:t/>
            </a:r>
          </a:p>
          <a:p xmlns:a="http://schemas.openxmlformats.org/drawingml/2006/main">
            <a:pPr lvl="3">
              <a:buNone/>
            </a:pPr>
            <a:r>
              <a:t/>
            </a:r>
          </a:p>
          <a:p xmlns:a="http://schemas.openxmlformats.org/drawingml/2006/main">
            <a:pPr lvl="4">
              <a:buNone/>
            </a:pPr>
            <a:r>
              <a:t/>
            </a:r>
          </a:p>
        </p:txBody>
      </p:sp>
      <p:sp>
        <p:nvSpPr>
          <p:cNvPr id="62" name="Bol de pâtes pappardelle avec du beurre maître d’hôtel, des noisettes grillées et des lamelles de parmesan">
            <a:extLst xmlns:a="http://schemas.openxmlformats.org/drawingml/2006/main">
              <a:ext uri="{FF2B5EF4-FFF2-40B4-BE49-F238E27FC236}">
                <a16:creationId xmlns:a16="http://schemas.microsoft.com/office/drawing/2014/main" id="{A39425BB-3B2E-4246-9252-8D7B9B935E97}"/>
              </a:ext>
            </a:extLst>
          </p:cNvPr>
          <p:cNvSpPr>
            <a:spLocks xmlns:a="http://schemas.openxmlformats.org/drawingml/2006/main" noGrp="1"/>
          </p:cNvSpPr>
          <p:nvPr>
            <p:ph type="pic" idx="22"/>
          </p:nvPr>
        </p:nvSpPr>
        <p:spPr>
          <a:xfrm xmlns:a="http://schemas.openxmlformats.org/drawingml/2006/main">
            <a:off x="12192000" y="-407266"/>
            <a:ext cx="10916874" cy="145558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39" tIns="45719" rIns="91439" bIns="45719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3" name="Titre de diapositive">
            <a:extLst xmlns:a="http://schemas.openxmlformats.org/drawingml/2006/main">
              <a:ext uri="{FF2B5EF4-FFF2-40B4-BE49-F238E27FC236}">
                <a16:creationId xmlns:a16="http://schemas.microsoft.com/office/drawing/2014/main" id="{514BC22E-2DE1-4B61-B725-D043E6340D0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206500" y="1079500"/>
            <a:ext cx="9779000" cy="143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Titre de diapositive</a:t>
            </a:r>
          </a:p>
        </p:txBody>
      </p:sp>
      <p:sp>
        <p:nvSpPr>
          <p:cNvPr id="64" name="Numéro de diapositive">
            <a:extLst xmlns:a="http://schemas.openxmlformats.org/drawingml/2006/main">
              <a:ext uri="{FF2B5EF4-FFF2-40B4-BE49-F238E27FC236}">
                <a16:creationId xmlns:a16="http://schemas.microsoft.com/office/drawing/2014/main" id="{D15A37A5-F048-4A56-BA97-D13850B7F2C0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</p:cSld>
</p:sldLayout>
</file>

<file path=ppt/slideLayouts/slideLayout7.xml><?xml version="1.0" encoding="utf-8"?>
<p:sldLayout xmlns:p="http://schemas.openxmlformats.org/presentationml/2006/main" showMasterSp="1" showMasterPhAnim="1">
  <p:cSld name="Titre, puces, vidéo direct, peti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" name="Sous-titre de diapositive">
            <a:extLst xmlns:a="http://schemas.openxmlformats.org/drawingml/2006/main">
              <a:ext uri="{FF2B5EF4-FFF2-40B4-BE49-F238E27FC236}">
                <a16:creationId xmlns:a16="http://schemas.microsoft.com/office/drawing/2014/main" id="{3616547D-4563-4C85-8145-E5B47338BD41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1206500" y="2372962"/>
            <a:ext cx="9779000" cy="9347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5719" tIns="45719" rIns="45719" bIns="45719"/>
          <a:lstStyle xmlns:a="http://schemas.openxmlformats.org/drawingml/2006/main"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 xmlns:a="http://schemas.openxmlformats.org/drawingml/2006/main">
            <a:pPr>
              <a:buNone/>
            </a:pPr>
            <a:r>
              <a:t>Sous-titre de diapositive</a:t>
            </a:r>
          </a:p>
        </p:txBody>
      </p:sp>
      <p:sp>
        <p:nvSpPr>
          <p:cNvPr id="72" name="Texte niveau 1…">
            <a:extLst xmlns:a="http://schemas.openxmlformats.org/drawingml/2006/main">
              <a:ext uri="{FF2B5EF4-FFF2-40B4-BE49-F238E27FC236}">
                <a16:creationId xmlns:a16="http://schemas.microsoft.com/office/drawing/2014/main" id="{6EF0A69F-5A0C-4C82-9A73-211E4231AEAD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1206500" y="4248504"/>
            <a:ext cx="9779000" cy="82566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Texte de puce de diapositive</a:t>
            </a:r>
          </a:p>
          <a:p xmlns:a="http://schemas.openxmlformats.org/drawingml/2006/main">
            <a:pPr lvl="1">
              <a:buNone/>
            </a:pPr>
            <a:r>
              <a:t/>
            </a:r>
          </a:p>
          <a:p xmlns:a="http://schemas.openxmlformats.org/drawingml/2006/main">
            <a:pPr lvl="2">
              <a:buNone/>
            </a:pPr>
            <a:r>
              <a:t/>
            </a:r>
          </a:p>
          <a:p xmlns:a="http://schemas.openxmlformats.org/drawingml/2006/main">
            <a:pPr lvl="3">
              <a:buNone/>
            </a:pPr>
            <a:r>
              <a:t/>
            </a:r>
          </a:p>
          <a:p xmlns:a="http://schemas.openxmlformats.org/drawingml/2006/main">
            <a:pPr lvl="4">
              <a:buNone/>
            </a:pPr>
            <a:r>
              <a:t/>
            </a:r>
          </a:p>
        </p:txBody>
      </p:sp>
      <p:sp>
        <p:nvSpPr>
          <p:cNvPr id="73" name="Titre de diapositive">
            <a:extLst xmlns:a="http://schemas.openxmlformats.org/drawingml/2006/main">
              <a:ext uri="{FF2B5EF4-FFF2-40B4-BE49-F238E27FC236}">
                <a16:creationId xmlns:a16="http://schemas.microsoft.com/office/drawing/2014/main" id="{0FD85A5F-86DC-42E5-A3F8-A27FEA118D34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206500" y="1079500"/>
            <a:ext cx="9779000" cy="143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Titre de diapositive</a:t>
            </a:r>
          </a:p>
        </p:txBody>
      </p:sp>
      <p:sp>
        <p:nvSpPr>
          <p:cNvPr id="74" name="Numéro de diapositive">
            <a:extLst xmlns:a="http://schemas.openxmlformats.org/drawingml/2006/main">
              <a:ext uri="{FF2B5EF4-FFF2-40B4-BE49-F238E27FC236}">
                <a16:creationId xmlns:a16="http://schemas.microsoft.com/office/drawing/2014/main" id="{0961F4A3-CDBD-4C0E-BCBD-BD2672A9894B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</p:cSld>
</p:sldLayout>
</file>

<file path=ppt/slideLayouts/slideLayout8.xml><?xml version="1.0" encoding="utf-8"?>
<p:sldLayout xmlns:p="http://schemas.openxmlformats.org/presentationml/2006/main" showMasterSp="1" showMasterPhAnim="1">
  <p:cSld name="Titre, puces, vidéo direct, gran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1" name="Sous-titre de diapositive">
            <a:extLst xmlns:a="http://schemas.openxmlformats.org/drawingml/2006/main">
              <a:ext uri="{FF2B5EF4-FFF2-40B4-BE49-F238E27FC236}">
                <a16:creationId xmlns:a16="http://schemas.microsoft.com/office/drawing/2014/main" id="{FEA9D7DE-54A7-4095-B7FF-BEF36B10CE63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1206500" y="2372962"/>
            <a:ext cx="9779000" cy="9347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5719" tIns="45719" rIns="45719" bIns="45719"/>
          <a:lstStyle xmlns:a="http://schemas.openxmlformats.org/drawingml/2006/main"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 xmlns:a="http://schemas.openxmlformats.org/drawingml/2006/main">
            <a:pPr>
              <a:buNone/>
            </a:pPr>
            <a:r>
              <a:t>Sous-titre de diapositive</a:t>
            </a:r>
          </a:p>
        </p:txBody>
      </p:sp>
      <p:sp>
        <p:nvSpPr>
          <p:cNvPr id="82" name="Texte niveau 1…">
            <a:extLst xmlns:a="http://schemas.openxmlformats.org/drawingml/2006/main">
              <a:ext uri="{FF2B5EF4-FFF2-40B4-BE49-F238E27FC236}">
                <a16:creationId xmlns:a16="http://schemas.microsoft.com/office/drawing/2014/main" id="{4102395A-C85A-4C07-A587-9355CEFD9604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1206500" y="4248504"/>
            <a:ext cx="9779000" cy="82566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Texte de puce de diapositive</a:t>
            </a:r>
          </a:p>
          <a:p xmlns:a="http://schemas.openxmlformats.org/drawingml/2006/main">
            <a:pPr lvl="1">
              <a:buNone/>
            </a:pPr>
            <a:r>
              <a:t/>
            </a:r>
          </a:p>
          <a:p xmlns:a="http://schemas.openxmlformats.org/drawingml/2006/main">
            <a:pPr lvl="2">
              <a:buNone/>
            </a:pPr>
            <a:r>
              <a:t/>
            </a:r>
          </a:p>
          <a:p xmlns:a="http://schemas.openxmlformats.org/drawingml/2006/main">
            <a:pPr lvl="3">
              <a:buNone/>
            </a:pPr>
            <a:r>
              <a:t/>
            </a:r>
          </a:p>
          <a:p xmlns:a="http://schemas.openxmlformats.org/drawingml/2006/main">
            <a:pPr lvl="4">
              <a:buNone/>
            </a:pPr>
            <a:r>
              <a:t/>
            </a:r>
          </a:p>
        </p:txBody>
      </p:sp>
      <p:sp>
        <p:nvSpPr>
          <p:cNvPr id="83" name="Titre de diapositive">
            <a:extLst xmlns:a="http://schemas.openxmlformats.org/drawingml/2006/main">
              <a:ext uri="{FF2B5EF4-FFF2-40B4-BE49-F238E27FC236}">
                <a16:creationId xmlns:a16="http://schemas.microsoft.com/office/drawing/2014/main" id="{5F08C898-D1B2-4113-9C73-355C9D645F3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206500" y="1079500"/>
            <a:ext cx="9779000" cy="143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Titre de diapositive</a:t>
            </a:r>
          </a:p>
        </p:txBody>
      </p:sp>
      <p:sp>
        <p:nvSpPr>
          <p:cNvPr id="84" name="Numéro de diapositive">
            <a:extLst xmlns:a="http://schemas.openxmlformats.org/drawingml/2006/main">
              <a:ext uri="{FF2B5EF4-FFF2-40B4-BE49-F238E27FC236}">
                <a16:creationId xmlns:a16="http://schemas.microsoft.com/office/drawing/2014/main" id="{9EA53EA2-DA36-490F-9B91-C19AD89DC583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</p:cSld>
</p:sldLayout>
</file>

<file path=ppt/slideLayouts/slideLayout9.xml><?xml version="1.0" encoding="utf-8"?>
<p:sldLayout xmlns:p="http://schemas.openxmlformats.org/presentationml/2006/main" showMasterSp="1" showMasterPhAnim="1">
  <p:cSld name="Sec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1" name="Titre de section">
            <a:extLst xmlns:a="http://schemas.openxmlformats.org/drawingml/2006/main">
              <a:ext uri="{FF2B5EF4-FFF2-40B4-BE49-F238E27FC236}">
                <a16:creationId xmlns:a16="http://schemas.microsoft.com/office/drawing/2014/main" id="{BF4B41FC-6A9D-46DA-AB7B-2F4E0577106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206496" y="4533900"/>
            <a:ext cx="21971004" cy="464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 sz="11600" b="0" spc="-232">
                <a:latin typeface="Helvetica Neue Medium"/>
                <a:ea typeface="Helvetica Neue Medium"/>
                <a:cs typeface="Helvetica Neue Medium"/>
              </a:defRPr>
            </a:lvl1pPr>
          </a:lstStyle>
          <a:p xmlns:a="http://schemas.openxmlformats.org/drawingml/2006/main">
            <a:pPr>
              <a:buNone/>
            </a:pPr>
            <a:r>
              <a:t>Titre de section</a:t>
            </a:r>
          </a:p>
        </p:txBody>
      </p:sp>
      <p:sp>
        <p:nvSpPr>
          <p:cNvPr id="92" name="Numéro de diapositive">
            <a:extLst xmlns:a="http://schemas.openxmlformats.org/drawingml/2006/main">
              <a:ext uri="{FF2B5EF4-FFF2-40B4-BE49-F238E27FC236}">
                <a16:creationId xmlns:a16="http://schemas.microsoft.com/office/drawing/2014/main" id="{B2A4E906-16F6-42E3-8FE6-C416B64037CE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xfrm xmlns:a="http://schemas.openxmlformats.org/drawingml/2006/main">
            <a:off x="12001499" y="13085233"/>
            <a:ext cx="368505" cy="374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</p:cSld>
</p:sldLayout>
</file>

<file path=ppt/slideLayouts/slideLayout10.xml><?xml version="1.0" encoding="utf-8"?>
<p:sldLayout xmlns:p="http://schemas.openxmlformats.org/presentationml/2006/main" showMasterSp="1" showMasterPhAnim="1">
  <p:cSld name="Titre seulem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9" name="Titre de diapositive">
            <a:extLst xmlns:a="http://schemas.openxmlformats.org/drawingml/2006/main">
              <a:ext uri="{FF2B5EF4-FFF2-40B4-BE49-F238E27FC236}">
                <a16:creationId xmlns:a16="http://schemas.microsoft.com/office/drawing/2014/main" id="{90E03F5D-FE10-43E9-89FE-AFCA7CE8A8C3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206500" y="1079500"/>
            <a:ext cx="21971000" cy="14349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Titre de diapositive</a:t>
            </a:r>
          </a:p>
        </p:txBody>
      </p:sp>
      <p:sp>
        <p:nvSpPr>
          <p:cNvPr id="100" name="Sous-titre de diapositive">
            <a:extLst xmlns:a="http://schemas.openxmlformats.org/drawingml/2006/main">
              <a:ext uri="{FF2B5EF4-FFF2-40B4-BE49-F238E27FC236}">
                <a16:creationId xmlns:a16="http://schemas.microsoft.com/office/drawing/2014/main" id="{3D55BCFA-8F4E-4E7A-ABD0-FCC9E0278B8E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1206500" y="2372962"/>
            <a:ext cx="21971000" cy="9347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5719" tIns="45719" rIns="45719" bIns="45719"/>
          <a:lstStyle xmlns:a="http://schemas.openxmlformats.org/drawingml/2006/main"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 xmlns:a="http://schemas.openxmlformats.org/drawingml/2006/main">
            <a:pPr>
              <a:buNone/>
            </a:pPr>
            <a:r>
              <a:t>Sous-titre de diapositive</a:t>
            </a:r>
          </a:p>
        </p:txBody>
      </p:sp>
      <p:sp>
        <p:nvSpPr>
          <p:cNvPr id="101" name="Numéro de diapositive">
            <a:extLst xmlns:a="http://schemas.openxmlformats.org/drawingml/2006/main">
              <a:ext uri="{FF2B5EF4-FFF2-40B4-BE49-F238E27FC236}">
                <a16:creationId xmlns:a16="http://schemas.microsoft.com/office/drawing/2014/main" id="{0DD1C7E3-16FD-4184-B2AB-4D28A4A86242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</p:cSld>
</p:sldLayout>
</file>

<file path=ppt/slideLayouts/slideLayout11.xml><?xml version="1.0" encoding="utf-8"?>
<p:sldLayout xmlns:p="http://schemas.openxmlformats.org/presentationml/2006/main" showMasterSp="1" showMasterPhAnim="1">
  <p:cSld name="Ordre du jou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8" name="Titre de l’ordre du jour">
            <a:extLst xmlns:a="http://schemas.openxmlformats.org/drawingml/2006/main">
              <a:ext uri="{FF2B5EF4-FFF2-40B4-BE49-F238E27FC236}">
                <a16:creationId xmlns:a16="http://schemas.microsoft.com/office/drawing/2014/main" id="{C00B8267-C719-47F1-80DB-9C47A5AA1B8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206500" y="1079500"/>
            <a:ext cx="21971000" cy="143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Titre de l’ordre du jour</a:t>
            </a:r>
          </a:p>
        </p:txBody>
      </p:sp>
      <p:sp>
        <p:nvSpPr>
          <p:cNvPr id="109" name="Sous-titre de l’ordre du jour">
            <a:extLst xmlns:a="http://schemas.openxmlformats.org/drawingml/2006/main">
              <a:ext uri="{FF2B5EF4-FFF2-40B4-BE49-F238E27FC236}">
                <a16:creationId xmlns:a16="http://schemas.microsoft.com/office/drawing/2014/main" id="{0884FEFE-327C-4FA3-B9AD-68C4666D7237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1206500" y="2372962"/>
            <a:ext cx="21971000" cy="9347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5719" tIns="45719" rIns="45719" bIns="45719"/>
          <a:lstStyle xmlns:a="http://schemas.openxmlformats.org/drawingml/2006/main"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 xmlns:a="http://schemas.openxmlformats.org/drawingml/2006/main">
            <a:pPr>
              <a:buNone/>
            </a:pPr>
            <a:r>
              <a:t>Sous-titre de l’ordre du jour</a:t>
            </a:r>
          </a:p>
        </p:txBody>
      </p:sp>
      <p:sp>
        <p:nvSpPr>
          <p:cNvPr id="110" name="Texte niveau 1…">
            <a:extLst xmlns:a="http://schemas.openxmlformats.org/drawingml/2006/main">
              <a:ext uri="{FF2B5EF4-FFF2-40B4-BE49-F238E27FC236}">
                <a16:creationId xmlns:a16="http://schemas.microsoft.com/office/drawing/2014/main" id="{E70E6938-FD8F-4D15-AC6B-D3DF0DF365B5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5pPr>
          </a:lstStyle>
          <a:p xmlns:a="http://schemas.openxmlformats.org/drawingml/2006/main">
            <a:pPr>
              <a:buNone/>
            </a:pPr>
            <a:r>
              <a:t>Rubriques de l’ordre du jour</a:t>
            </a:r>
          </a:p>
          <a:p xmlns:a="http://schemas.openxmlformats.org/drawingml/2006/main">
            <a:pPr lvl="1">
              <a:buNone/>
            </a:pPr>
            <a:r>
              <a:t/>
            </a:r>
          </a:p>
          <a:p xmlns:a="http://schemas.openxmlformats.org/drawingml/2006/main">
            <a:pPr lvl="2">
              <a:buNone/>
            </a:pPr>
            <a:r>
              <a:t/>
            </a:r>
          </a:p>
          <a:p xmlns:a="http://schemas.openxmlformats.org/drawingml/2006/main">
            <a:pPr lvl="3">
              <a:buNone/>
            </a:pPr>
            <a:r>
              <a:t/>
            </a:r>
          </a:p>
          <a:p xmlns:a="http://schemas.openxmlformats.org/drawingml/2006/main">
            <a:pPr lvl="4">
              <a:buNone/>
            </a:pPr>
            <a:r>
              <a:t/>
            </a:r>
          </a:p>
        </p:txBody>
      </p:sp>
      <p:sp>
        <p:nvSpPr>
          <p:cNvPr id="111" name="Numéro de diapositive">
            <a:extLst xmlns:a="http://schemas.openxmlformats.org/drawingml/2006/main">
              <a:ext uri="{FF2B5EF4-FFF2-40B4-BE49-F238E27FC236}">
                <a16:creationId xmlns:a16="http://schemas.microsoft.com/office/drawing/2014/main" id="{6EAECF05-7DA8-490F-8A93-8E12F86D4997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</p:cSld>
</p:sldLayout>
</file>

<file path=ppt/slideLayouts/slideLayout12.xml><?xml version="1.0" encoding="utf-8"?>
<p:sldLayout xmlns:p="http://schemas.openxmlformats.org/presentationml/2006/main" showMasterSp="1" showMasterPhAnim="1">
  <p:cSld name="Déclara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8" name="Texte niveau 1…">
            <a:extLst xmlns:a="http://schemas.openxmlformats.org/drawingml/2006/main">
              <a:ext uri="{FF2B5EF4-FFF2-40B4-BE49-F238E27FC236}">
                <a16:creationId xmlns:a16="http://schemas.microsoft.com/office/drawing/2014/main" id="{0D536330-8ACE-426A-A0B8-9EE887C5BC3F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1206500" y="4920843"/>
            <a:ext cx="21971000" cy="38743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</a:defRPr>
            </a:lvl5pPr>
          </a:lstStyle>
          <a:p xmlns:a="http://schemas.openxmlformats.org/drawingml/2006/main">
            <a:pPr>
              <a:buNone/>
            </a:pPr>
            <a:r>
              <a:t>Déclaration</a:t>
            </a:r>
          </a:p>
          <a:p xmlns:a="http://schemas.openxmlformats.org/drawingml/2006/main">
            <a:pPr lvl="1">
              <a:buNone/>
            </a:pPr>
            <a:r>
              <a:t/>
            </a:r>
          </a:p>
          <a:p xmlns:a="http://schemas.openxmlformats.org/drawingml/2006/main">
            <a:pPr lvl="2">
              <a:buNone/>
            </a:pPr>
            <a:r>
              <a:t/>
            </a:r>
          </a:p>
          <a:p xmlns:a="http://schemas.openxmlformats.org/drawingml/2006/main">
            <a:pPr lvl="3">
              <a:buNone/>
            </a:pPr>
            <a:r>
              <a:t/>
            </a:r>
          </a:p>
          <a:p xmlns:a="http://schemas.openxmlformats.org/drawingml/2006/main">
            <a:pPr lvl="4">
              <a:buNone/>
            </a:pPr>
            <a:r>
              <a:t/>
            </a:r>
          </a:p>
        </p:txBody>
      </p:sp>
      <p:sp>
        <p:nvSpPr>
          <p:cNvPr id="119" name="Numéro de diapositive">
            <a:extLst xmlns:a="http://schemas.openxmlformats.org/drawingml/2006/main">
              <a:ext uri="{FF2B5EF4-FFF2-40B4-BE49-F238E27FC236}">
                <a16:creationId xmlns:a16="http://schemas.microsoft.com/office/drawing/2014/main" id="{30555887-B036-442B-B28D-23C8193622B6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</p:cSld>
</p:sldLayout>
</file>

<file path=ppt/slideLayouts/slideLayout13.xml><?xml version="1.0" encoding="utf-8"?>
<p:sldLayout xmlns:p="http://schemas.openxmlformats.org/presentationml/2006/main" showMasterSp="1" showMasterPhAnim="1">
  <p:cSld name="Fait importa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6" name="Texte niveau 1…">
            <a:extLst xmlns:a="http://schemas.openxmlformats.org/drawingml/2006/main">
              <a:ext uri="{FF2B5EF4-FFF2-40B4-BE49-F238E27FC236}">
                <a16:creationId xmlns:a16="http://schemas.microsoft.com/office/drawing/2014/main" id="{270D5477-1B90-4C0A-89E7-A0F3FA19A34C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1206500" y="1075927"/>
            <a:ext cx="21971000" cy="724158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5pPr>
          </a:lstStyle>
          <a:p xmlns:a="http://schemas.openxmlformats.org/drawingml/2006/main">
            <a:pPr>
              <a:buNone/>
            </a:pPr>
            <a:r>
              <a:t>100 %</a:t>
            </a:r>
          </a:p>
          <a:p xmlns:a="http://schemas.openxmlformats.org/drawingml/2006/main">
            <a:pPr lvl="1">
              <a:buNone/>
            </a:pPr>
            <a:r>
              <a:t/>
            </a:r>
          </a:p>
          <a:p xmlns:a="http://schemas.openxmlformats.org/drawingml/2006/main">
            <a:pPr lvl="2">
              <a:buNone/>
            </a:pPr>
            <a:r>
              <a:t/>
            </a:r>
          </a:p>
          <a:p xmlns:a="http://schemas.openxmlformats.org/drawingml/2006/main">
            <a:pPr lvl="3">
              <a:buNone/>
            </a:pPr>
            <a:r>
              <a:t/>
            </a:r>
          </a:p>
          <a:p xmlns:a="http://schemas.openxmlformats.org/drawingml/2006/main">
            <a:pPr lvl="4">
              <a:buNone/>
            </a:pPr>
            <a:r>
              <a:t/>
            </a:r>
          </a:p>
        </p:txBody>
      </p:sp>
      <p:sp>
        <p:nvSpPr>
          <p:cNvPr id="127" name="Données clés">
            <a:extLst xmlns:a="http://schemas.openxmlformats.org/drawingml/2006/main">
              <a:ext uri="{FF2B5EF4-FFF2-40B4-BE49-F238E27FC236}">
                <a16:creationId xmlns:a16="http://schemas.microsoft.com/office/drawing/2014/main" id="{69F620B9-1D92-4EF6-9607-4BCE26356476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1206500" y="8262180"/>
            <a:ext cx="21971000" cy="9347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5719" tIns="45719" rIns="45719" bIns="45719"/>
          <a:lstStyle xmlns:a="http://schemas.openxmlformats.org/drawingml/2006/main"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 xmlns:a="http://schemas.openxmlformats.org/drawingml/2006/main">
            <a:pPr>
              <a:buNone/>
            </a:pPr>
            <a:r>
              <a:t>Données clés</a:t>
            </a:r>
          </a:p>
        </p:txBody>
      </p:sp>
      <p:sp>
        <p:nvSpPr>
          <p:cNvPr id="128" name="Numéro de diapositive">
            <a:extLst xmlns:a="http://schemas.openxmlformats.org/drawingml/2006/main">
              <a:ext uri="{FF2B5EF4-FFF2-40B4-BE49-F238E27FC236}">
                <a16:creationId xmlns:a16="http://schemas.microsoft.com/office/drawing/2014/main" id="{680F152C-882F-4CCB-8B84-7DA3BCBC6C92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</p:cSld>
</p:sldLayout>
</file>

<file path=ppt/slideLayouts/slideLayout14.xml><?xml version="1.0" encoding="utf-8"?>
<p:sldLayout xmlns:p="http://schemas.openxmlformats.org/presentationml/2006/main" showMasterSp="1" showMasterPhAnim="1">
  <p:cSld name="Cita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5" name="Attribution">
            <a:extLst xmlns:a="http://schemas.openxmlformats.org/drawingml/2006/main">
              <a:ext uri="{FF2B5EF4-FFF2-40B4-BE49-F238E27FC236}">
                <a16:creationId xmlns:a16="http://schemas.microsoft.com/office/drawing/2014/main" id="{245AA668-833A-4E7A-B3E1-64A88E884E16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2430025" y="10675453"/>
            <a:ext cx="20200052" cy="63697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5719" tIns="45719" rIns="45719" bIns="45719"/>
          <a:lstStyle xmlns:a="http://schemas.openxmlformats.org/drawingml/2006/main"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 xmlns:a="http://schemas.openxmlformats.org/drawingml/2006/main">
            <a:pPr>
              <a:buNone/>
            </a:pPr>
            <a:r>
              <a:t>Attribution</a:t>
            </a:r>
          </a:p>
        </p:txBody>
      </p:sp>
      <p:sp>
        <p:nvSpPr>
          <p:cNvPr id="136" name="Texte niveau 1…">
            <a:extLst xmlns:a="http://schemas.openxmlformats.org/drawingml/2006/main">
              <a:ext uri="{FF2B5EF4-FFF2-40B4-BE49-F238E27FC236}">
                <a16:creationId xmlns:a16="http://schemas.microsoft.com/office/drawing/2014/main" id="{6776653F-4DC6-476F-B2DC-4FDC8FE245CD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1753923" y="4939860"/>
            <a:ext cx="20876154" cy="38362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638923" indent="-4699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</a:defRPr>
            </a:lvl5pPr>
          </a:lstStyle>
          <a:p xmlns:a="http://schemas.openxmlformats.org/drawingml/2006/main">
            <a:pPr>
              <a:buNone/>
            </a:pPr>
            <a:r>
              <a:t>« Citation notable »</a:t>
            </a:r>
          </a:p>
          <a:p xmlns:a="http://schemas.openxmlformats.org/drawingml/2006/main">
            <a:pPr lvl="1">
              <a:buNone/>
            </a:pPr>
            <a:r>
              <a:t/>
            </a:r>
          </a:p>
          <a:p xmlns:a="http://schemas.openxmlformats.org/drawingml/2006/main">
            <a:pPr lvl="2">
              <a:buNone/>
            </a:pPr>
            <a:r>
              <a:t/>
            </a:r>
          </a:p>
          <a:p xmlns:a="http://schemas.openxmlformats.org/drawingml/2006/main">
            <a:pPr lvl="3">
              <a:buNone/>
            </a:pPr>
            <a:r>
              <a:t/>
            </a:r>
          </a:p>
          <a:p xmlns:a="http://schemas.openxmlformats.org/drawingml/2006/main">
            <a:pPr lvl="4">
              <a:buNone/>
            </a:pPr>
            <a:r>
              <a:t/>
            </a:r>
          </a:p>
        </p:txBody>
      </p:sp>
      <p:sp>
        <p:nvSpPr>
          <p:cNvPr id="137" name="Numéro de diapositive">
            <a:extLst xmlns:a="http://schemas.openxmlformats.org/drawingml/2006/main">
              <a:ext uri="{FF2B5EF4-FFF2-40B4-BE49-F238E27FC236}">
                <a16:creationId xmlns:a16="http://schemas.microsoft.com/office/drawing/2014/main" id="{33094E80-11CB-4AF2-9176-888315C526FE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</p:cSld>
</p:sldLayout>
</file>

<file path=ppt/slideLayouts/slideLayout15.xml><?xml version="1.0" encoding="utf-8"?>
<p:sldLayout xmlns:p="http://schemas.openxmlformats.org/presentationml/2006/main" showMasterSp="1" showMasterPhAnim="1">
  <p:cSld name="3 photo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4" name="Bol de salade avec du riz frit, des œufs durs et des baguettes">
            <a:extLst xmlns:a="http://schemas.openxmlformats.org/drawingml/2006/main">
              <a:ext uri="{FF2B5EF4-FFF2-40B4-BE49-F238E27FC236}">
                <a16:creationId xmlns:a16="http://schemas.microsoft.com/office/drawing/2014/main" id="{6AEB7660-1E70-4729-96F0-AC139F45AC69}"/>
              </a:ext>
            </a:extLst>
          </p:cNvPr>
          <p:cNvSpPr>
            <a:spLocks xmlns:a="http://schemas.openxmlformats.org/drawingml/2006/main" noGrp="1"/>
          </p:cNvSpPr>
          <p:nvPr>
            <p:ph type="pic" idx="21"/>
          </p:nvPr>
        </p:nvSpPr>
        <p:spPr>
          <a:xfrm xmlns:a="http://schemas.openxmlformats.org/drawingml/2006/main">
            <a:off x="15760700" y="1016000"/>
            <a:ext cx="7439099" cy="594967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39" tIns="45719" rIns="91439" bIns="45719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45" name="Bol avec des beignets de saumon, de la salade et du houmous ">
            <a:extLst xmlns:a="http://schemas.openxmlformats.org/drawingml/2006/main">
              <a:ext uri="{FF2B5EF4-FFF2-40B4-BE49-F238E27FC236}">
                <a16:creationId xmlns:a16="http://schemas.microsoft.com/office/drawing/2014/main" id="{EB59CFA0-5836-4C9B-80F8-4D7206D75719}"/>
              </a:ext>
            </a:extLst>
          </p:cNvPr>
          <p:cNvSpPr>
            <a:spLocks xmlns:a="http://schemas.openxmlformats.org/drawingml/2006/main" noGrp="1"/>
          </p:cNvSpPr>
          <p:nvPr>
            <p:ph type="pic" idx="22"/>
          </p:nvPr>
        </p:nvSpPr>
        <p:spPr>
          <a:xfrm xmlns:a="http://schemas.openxmlformats.org/drawingml/2006/main">
            <a:off x="13500100" y="3978275"/>
            <a:ext cx="10439400" cy="1215018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39" tIns="45719" rIns="91439" bIns="45719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46" name="Bol de pâtes pappardelle avec du beurre maître d’hôtel, des noisettes grillées et des lamelles de parmesan">
            <a:extLst xmlns:a="http://schemas.openxmlformats.org/drawingml/2006/main">
              <a:ext uri="{FF2B5EF4-FFF2-40B4-BE49-F238E27FC236}">
                <a16:creationId xmlns:a16="http://schemas.microsoft.com/office/drawing/2014/main" id="{D23D604D-8FAD-45BD-9610-F47E8877D47B}"/>
              </a:ext>
            </a:extLst>
          </p:cNvPr>
          <p:cNvSpPr>
            <a:spLocks xmlns:a="http://schemas.openxmlformats.org/drawingml/2006/main" noGrp="1"/>
          </p:cNvSpPr>
          <p:nvPr>
            <p:ph type="pic" idx="23"/>
          </p:nvPr>
        </p:nvSpPr>
        <p:spPr>
          <a:xfrm xmlns:a="http://schemas.openxmlformats.org/drawingml/2006/main">
            <a:off x="-139700" y="495300"/>
            <a:ext cx="16611600" cy="1245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39" tIns="45719" rIns="91439" bIns="45719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47" name="Numéro de diapositive">
            <a:extLst xmlns:a="http://schemas.openxmlformats.org/drawingml/2006/main">
              <a:ext uri="{FF2B5EF4-FFF2-40B4-BE49-F238E27FC236}">
                <a16:creationId xmlns:a16="http://schemas.microsoft.com/office/drawing/2014/main" id="{4D05FB77-91D8-4067-936A-C7C84C700CD9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</p:cSld>
</p:sldLayout>
</file>

<file path=ppt/slideLayouts/slideLayout16.xml><?xml version="1.0" encoding="utf-8"?>
<p:sldLayout xmlns:p="http://schemas.openxmlformats.org/presentationml/2006/main" showMasterSp="1" showMasterPhAnim="1">
  <p:cSld name="Phot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4" name="bol de salade avec du riz frit, des œufs durs et des baguettes">
            <a:extLst xmlns:a="http://schemas.openxmlformats.org/drawingml/2006/main">
              <a:ext uri="{FF2B5EF4-FFF2-40B4-BE49-F238E27FC236}">
                <a16:creationId xmlns:a16="http://schemas.microsoft.com/office/drawing/2014/main" id="{B75DEA55-C185-4EFE-A9F6-79B0804D49BD}"/>
              </a:ext>
            </a:extLst>
          </p:cNvPr>
          <p:cNvSpPr>
            <a:spLocks xmlns:a="http://schemas.openxmlformats.org/drawingml/2006/main" noGrp="1"/>
          </p:cNvSpPr>
          <p:nvPr>
            <p:ph type="pic" idx="21"/>
          </p:nvPr>
        </p:nvSpPr>
        <p:spPr>
          <a:xfrm xmlns:a="http://schemas.openxmlformats.org/drawingml/2006/main">
            <a:off x="-1333500" y="-5524500"/>
            <a:ext cx="27051000" cy="2164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39" tIns="45719" rIns="91439" bIns="45719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55" name="Numéro de diapositive">
            <a:extLst xmlns:a="http://schemas.openxmlformats.org/drawingml/2006/main">
              <a:ext uri="{FF2B5EF4-FFF2-40B4-BE49-F238E27FC236}">
                <a16:creationId xmlns:a16="http://schemas.microsoft.com/office/drawing/2014/main" id="{BA8B7CD9-2EB5-4705-A5FC-10BD242A1B9E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rgbClr val="FFFFFF"/>
                </a:solidFill>
              </a:defRPr>
            </a:lvl1pPr>
          </a:lstStyle>
          <a:p xmlns:a="http://schemas.openxmlformats.org/drawingml/2006/main">
            <a:pPr>
              <a:buNone/>
            </a:pPr>
          </a:p>
        </p:txBody>
      </p:sp>
    </p:spTree>
  </p:cSld>
</p:sldLayout>
</file>

<file path=ppt/slideLayouts/slideLayout17.xml><?xml version="1.0" encoding="utf-8"?>
<p:sldLayout xmlns:p="http://schemas.openxmlformats.org/presentationml/2006/main" showMasterSp="1" showMasterPhAnim="1">
  <p:cSld name="Vierg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2" name="Numéro de diapositive">
            <a:extLst xmlns:a="http://schemas.openxmlformats.org/drawingml/2006/main">
              <a:ext uri="{FF2B5EF4-FFF2-40B4-BE49-F238E27FC236}">
                <a16:creationId xmlns:a16="http://schemas.microsoft.com/office/drawing/2014/main" id="{D4F68FD6-0A89-405A-A3F4-964F57B802B5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6ebbcd60bb847d5" /><Relationship Type="http://schemas.openxmlformats.org/officeDocument/2006/relationships/slideLayout" Target="/ppt/slideLayouts/slideLayout1.xml" Id="R5ea583af23e64f51" /><Relationship Type="http://schemas.openxmlformats.org/officeDocument/2006/relationships/slideLayout" Target="/ppt/slideLayouts/slideLayout2.xml" Id="R4376714170504076" /><Relationship Type="http://schemas.openxmlformats.org/officeDocument/2006/relationships/slideLayout" Target="/ppt/slideLayouts/slideLayout3.xml" Id="Rfd63c93ce9c0494d" /><Relationship Type="http://schemas.openxmlformats.org/officeDocument/2006/relationships/slideLayout" Target="/ppt/slideLayouts/slideLayout4.xml" Id="Re806c746476b4f8a" /><Relationship Type="http://schemas.openxmlformats.org/officeDocument/2006/relationships/slideLayout" Target="/ppt/slideLayouts/slideLayout5.xml" Id="Re1ff6b39df5346af" /><Relationship Type="http://schemas.openxmlformats.org/officeDocument/2006/relationships/slideLayout" Target="/ppt/slideLayouts/slideLayout6.xml" Id="Radfe7346166f4cc7" /><Relationship Type="http://schemas.openxmlformats.org/officeDocument/2006/relationships/slideLayout" Target="/ppt/slideLayouts/slideLayout7.xml" Id="Ra19bfc45b807440f" /><Relationship Type="http://schemas.openxmlformats.org/officeDocument/2006/relationships/slideLayout" Target="/ppt/slideLayouts/slideLayout8.xml" Id="R2b2a428cd9464795" /><Relationship Type="http://schemas.openxmlformats.org/officeDocument/2006/relationships/slideLayout" Target="/ppt/slideLayouts/slideLayout9.xml" Id="Rce605d21a01141bc" /><Relationship Type="http://schemas.openxmlformats.org/officeDocument/2006/relationships/slideLayout" Target="/ppt/slideLayouts/slideLayout10.xml" Id="R64394b117c1a48e5" /><Relationship Type="http://schemas.openxmlformats.org/officeDocument/2006/relationships/slideLayout" Target="/ppt/slideLayouts/slideLayout11.xml" Id="R48cbbdcfcbb342c0" /><Relationship Type="http://schemas.openxmlformats.org/officeDocument/2006/relationships/slideLayout" Target="/ppt/slideLayouts/slideLayout12.xml" Id="R74fb2b85512f4251" /><Relationship Type="http://schemas.openxmlformats.org/officeDocument/2006/relationships/slideLayout" Target="/ppt/slideLayouts/slideLayout13.xml" Id="R6c93ed27686c4b73" /><Relationship Type="http://schemas.openxmlformats.org/officeDocument/2006/relationships/slideLayout" Target="/ppt/slideLayouts/slideLayout14.xml" Id="R0fb0d18e91af432d" /><Relationship Type="http://schemas.openxmlformats.org/officeDocument/2006/relationships/slideLayout" Target="/ppt/slideLayouts/slideLayout15.xml" Id="Rac0e6f157d7b47c9" /><Relationship Type="http://schemas.openxmlformats.org/officeDocument/2006/relationships/slideLayout" Target="/ppt/slideLayouts/slideLayout16.xml" Id="R38c0a3aeb88a4887" /><Relationship Type="http://schemas.openxmlformats.org/officeDocument/2006/relationships/slideLayout" Target="/ppt/slideLayouts/slideLayout17.xml" Id="R7017aaef22e7465c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re de diapositive">
            <a:extLst xmlns:a="http://schemas.openxmlformats.org/drawingml/2006/main">
              <a:ext uri="{FF2B5EF4-FFF2-40B4-BE49-F238E27FC236}">
                <a16:creationId xmlns:a16="http://schemas.microsoft.com/office/drawing/2014/main" id="{88729202-3FEF-4D55-9C55-0AD2ECA28C10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206500" y="1079500"/>
            <a:ext cx="21971000" cy="1433163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50800" tIns="50800" rIns="50800" bIns="50800">
            <a:normAutofit fontScale="100000" lnSpcReduction="0"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Titre de diapositive</a:t>
            </a:r>
          </a:p>
        </p:txBody>
      </p:sp>
      <p:sp>
        <p:nvSpPr>
          <p:cNvPr id="3" name="Texte niveau 1…">
            <a:extLst xmlns:a="http://schemas.openxmlformats.org/drawingml/2006/main">
              <a:ext uri="{FF2B5EF4-FFF2-40B4-BE49-F238E27FC236}">
                <a16:creationId xmlns:a16="http://schemas.microsoft.com/office/drawing/2014/main" id="{0515829F-9939-4186-BF3C-07D3FA4F2E54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1206500" y="4248504"/>
            <a:ext cx="21971000" cy="8256012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50800" tIns="50800" rIns="50800" bIns="50800">
            <a:normAutofit fontScale="100000" lnSpcReduction="0"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Texte de puce de diapositive</a:t>
            </a:r>
          </a:p>
          <a:p xmlns:a="http://schemas.openxmlformats.org/drawingml/2006/main">
            <a:pPr lvl="1">
              <a:buNone/>
            </a:pPr>
            <a:r>
              <a:t/>
            </a:r>
          </a:p>
          <a:p xmlns:a="http://schemas.openxmlformats.org/drawingml/2006/main">
            <a:pPr lvl="2">
              <a:buNone/>
            </a:pPr>
            <a:r>
              <a:t/>
            </a:r>
          </a:p>
          <a:p xmlns:a="http://schemas.openxmlformats.org/drawingml/2006/main">
            <a:pPr lvl="3">
              <a:buNone/>
            </a:pPr>
            <a:r>
              <a:t/>
            </a:r>
          </a:p>
          <a:p xmlns:a="http://schemas.openxmlformats.org/drawingml/2006/main">
            <a:pPr lvl="4">
              <a:buNone/>
            </a:pPr>
            <a:r>
              <a:t/>
            </a:r>
          </a:p>
        </p:txBody>
      </p:sp>
      <p:sp>
        <p:nvSpPr>
          <p:cNvPr id="4" name="Numéro de diapositive">
            <a:extLst xmlns:a="http://schemas.openxmlformats.org/drawingml/2006/main">
              <a:ext uri="{FF2B5EF4-FFF2-40B4-BE49-F238E27FC236}">
                <a16:creationId xmlns:a16="http://schemas.microsoft.com/office/drawing/2014/main" id="{0BDC3231-0745-4E30-923A-3E1F87E6804E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xfrm xmlns:a="http://schemas.openxmlformats.org/drawingml/2006/main">
            <a:off x="12001499" y="13080999"/>
            <a:ext cx="368505" cy="3746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b">
            <a:spAutoFit/>
          </a:bodyPr>
          <a:lstStyle xmlns:a="http://schemas.openxmlformats.org/drawingml/2006/main">
            <a:lvl1pPr algn="ctr" defTabSz="584200">
              <a:lnSpc>
                <a:spcPct val="100000"/>
              </a:lnSpc>
              <a:spcBef>
                <a:spcPts val="0"/>
              </a:spcBef>
              <a:buNone/>
              <a:defRPr sz="1800"/>
            </a:lvl1pPr>
          </a:lstStyle>
          <a:p xmlns:a="http://schemas.openxmlformats.org/drawingml/2006/main">
            <a:pPr>
              <a:buNone/>
            </a:p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ea583af23e64f51"/>
    <p:sldLayoutId xmlns:r="http://schemas.openxmlformats.org/officeDocument/2006/relationships" id="2147483650" r:id="R4376714170504076"/>
    <p:sldLayoutId xmlns:r="http://schemas.openxmlformats.org/officeDocument/2006/relationships" id="2147483651" r:id="Rfd63c93ce9c0494d"/>
    <p:sldLayoutId xmlns:r="http://schemas.openxmlformats.org/officeDocument/2006/relationships" id="2147483652" r:id="Re806c746476b4f8a"/>
    <p:sldLayoutId xmlns:r="http://schemas.openxmlformats.org/officeDocument/2006/relationships" id="2147483653" r:id="Re1ff6b39df5346af"/>
    <p:sldLayoutId xmlns:r="http://schemas.openxmlformats.org/officeDocument/2006/relationships" id="2147483654" r:id="Radfe7346166f4cc7"/>
    <p:sldLayoutId xmlns:r="http://schemas.openxmlformats.org/officeDocument/2006/relationships" id="2147483655" r:id="Ra19bfc45b807440f"/>
    <p:sldLayoutId xmlns:r="http://schemas.openxmlformats.org/officeDocument/2006/relationships" id="2147483656" r:id="R2b2a428cd9464795"/>
    <p:sldLayoutId xmlns:r="http://schemas.openxmlformats.org/officeDocument/2006/relationships" id="2147483657" r:id="Rce605d21a01141bc"/>
    <p:sldLayoutId xmlns:r="http://schemas.openxmlformats.org/officeDocument/2006/relationships" id="2147483658" r:id="R64394b117c1a48e5"/>
    <p:sldLayoutId xmlns:r="http://schemas.openxmlformats.org/officeDocument/2006/relationships" id="2147483659" r:id="R48cbbdcfcbb342c0"/>
    <p:sldLayoutId xmlns:r="http://schemas.openxmlformats.org/officeDocument/2006/relationships" id="2147483660" r:id="R74fb2b85512f4251"/>
    <p:sldLayoutId xmlns:r="http://schemas.openxmlformats.org/officeDocument/2006/relationships" id="2147483661" r:id="R6c93ed27686c4b73"/>
    <p:sldLayoutId xmlns:r="http://schemas.openxmlformats.org/officeDocument/2006/relationships" id="2147483662" r:id="R0fb0d18e91af432d"/>
    <p:sldLayoutId xmlns:r="http://schemas.openxmlformats.org/officeDocument/2006/relationships" id="2147483663" r:id="Rac0e6f157d7b47c9"/>
    <p:sldLayoutId xmlns:r="http://schemas.openxmlformats.org/officeDocument/2006/relationships" id="2147483664" r:id="R38c0a3aeb88a4887"/>
    <p:sldLayoutId xmlns:r="http://schemas.openxmlformats.org/officeDocument/2006/relationships" id="2147483665" r:id="R7017aaef22e7465c"/>
  </p:sldLayoutIdLst>
  <p:txStyles>
    <p:titleStyle>
      <a:lvl1pPr xmlns:a="http://schemas.openxmlformats.org/drawingml/2006/main" marL="0" marR="0" indent="0" algn="l" defTabSz="2438338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500" b="1" i="0" u="none" cap="none" spc="-170" baseline="0">
          <a:solidFill>
            <a:srgbClr val="000000"/>
          </a:solidFill>
          <a:latin typeface="+mn-lt"/>
          <a:ea typeface="+mn-lt"/>
          <a:cs typeface="+mn-lt"/>
        </a:defRPr>
      </a:lvl1pPr>
      <a:lvl2pPr xmlns:a="http://schemas.openxmlformats.org/drawingml/2006/main" marL="0" marR="0" indent="457200" algn="l" defTabSz="2438338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500" b="1" i="0" u="none" cap="none" spc="-170" baseline="0">
          <a:solidFill>
            <a:srgbClr val="000000"/>
          </a:solidFill>
          <a:latin typeface="+mn-lt"/>
          <a:ea typeface="+mn-lt"/>
          <a:cs typeface="+mn-lt"/>
        </a:defRPr>
      </a:lvl2pPr>
      <a:lvl3pPr xmlns:a="http://schemas.openxmlformats.org/drawingml/2006/main" marL="0" marR="0" indent="914400" algn="l" defTabSz="2438338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500" b="1" i="0" u="none" cap="none" spc="-170" baseline="0">
          <a:solidFill>
            <a:srgbClr val="000000"/>
          </a:solidFill>
          <a:latin typeface="+mn-lt"/>
          <a:ea typeface="+mn-lt"/>
          <a:cs typeface="+mn-lt"/>
        </a:defRPr>
      </a:lvl3pPr>
      <a:lvl4pPr xmlns:a="http://schemas.openxmlformats.org/drawingml/2006/main" marL="0" marR="0" indent="1371600" algn="l" defTabSz="2438338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500" b="1" i="0" u="none" cap="none" spc="-170" baseline="0">
          <a:solidFill>
            <a:srgbClr val="000000"/>
          </a:solidFill>
          <a:latin typeface="+mn-lt"/>
          <a:ea typeface="+mn-lt"/>
          <a:cs typeface="+mn-lt"/>
        </a:defRPr>
      </a:lvl4pPr>
      <a:lvl5pPr xmlns:a="http://schemas.openxmlformats.org/drawingml/2006/main" marL="0" marR="0" indent="1828800" algn="l" defTabSz="2438338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500" b="1" i="0" u="none" cap="none" spc="-170" baseline="0">
          <a:solidFill>
            <a:srgbClr val="000000"/>
          </a:solidFill>
          <a:latin typeface="+mn-lt"/>
          <a:ea typeface="+mn-lt"/>
          <a:cs typeface="+mn-lt"/>
        </a:defRPr>
      </a:lvl5pPr>
      <a:lvl6pPr xmlns:a="http://schemas.openxmlformats.org/drawingml/2006/main" marL="0" marR="0" indent="2286000" algn="l" defTabSz="2438338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500" b="1" i="0" u="none" cap="none" spc="-170" baseline="0">
          <a:solidFill>
            <a:srgbClr val="000000"/>
          </a:solidFill>
          <a:latin typeface="+mn-lt"/>
          <a:ea typeface="+mn-lt"/>
          <a:cs typeface="+mn-lt"/>
        </a:defRPr>
      </a:lvl6pPr>
      <a:lvl7pPr xmlns:a="http://schemas.openxmlformats.org/drawingml/2006/main" marL="0" marR="0" indent="2743200" algn="l" defTabSz="2438338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500" b="1" i="0" u="none" cap="none" spc="-170" baseline="0">
          <a:solidFill>
            <a:srgbClr val="000000"/>
          </a:solidFill>
          <a:latin typeface="+mn-lt"/>
          <a:ea typeface="+mn-lt"/>
          <a:cs typeface="+mn-lt"/>
        </a:defRPr>
      </a:lvl7pPr>
      <a:lvl8pPr xmlns:a="http://schemas.openxmlformats.org/drawingml/2006/main" marL="0" marR="0" indent="3200400" algn="l" defTabSz="2438338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500" b="1" i="0" u="none" cap="none" spc="-170" baseline="0">
          <a:solidFill>
            <a:srgbClr val="000000"/>
          </a:solidFill>
          <a:latin typeface="+mn-lt"/>
          <a:ea typeface="+mn-lt"/>
          <a:cs typeface="+mn-lt"/>
        </a:defRPr>
      </a:lvl8pPr>
      <a:lvl9pPr xmlns:a="http://schemas.openxmlformats.org/drawingml/2006/main" marL="0" marR="0" indent="3657600" algn="l" defTabSz="2438338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500" b="1" i="0" u="none" cap="none" spc="-170" baseline="0">
          <a:solidFill>
            <a:srgbClr val="000000"/>
          </a:solidFill>
          <a:latin typeface="+mn-lt"/>
          <a:ea typeface="+mn-lt"/>
          <a:cs typeface="+mn-lt"/>
        </a:defRPr>
      </a:lvl9pPr>
    </p:titleStyle>
    <p:bodyStyle>
      <a:lvl1pPr xmlns:a="http://schemas.openxmlformats.org/drawingml/2006/main" marL="609600" marR="0" indent="-609600" algn="l" defTabSz="2438338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cap="none" spc="0" baseline="0">
          <a:solidFill>
            <a:srgbClr val="000000"/>
          </a:solidFill>
          <a:latin typeface="+mn-lt"/>
          <a:ea typeface="+mn-lt"/>
          <a:cs typeface="+mn-lt"/>
        </a:defRPr>
      </a:lvl1pPr>
      <a:lvl2pPr xmlns:a="http://schemas.openxmlformats.org/drawingml/2006/main" marL="1219200" marR="0" indent="-609600" algn="l" defTabSz="2438338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cap="none" spc="0" baseline="0">
          <a:solidFill>
            <a:srgbClr val="000000"/>
          </a:solidFill>
          <a:latin typeface="+mn-lt"/>
          <a:ea typeface="+mn-lt"/>
          <a:cs typeface="+mn-lt"/>
        </a:defRPr>
      </a:lvl2pPr>
      <a:lvl3pPr xmlns:a="http://schemas.openxmlformats.org/drawingml/2006/main" marL="1828800" marR="0" indent="-609600" algn="l" defTabSz="2438338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cap="none" spc="0" baseline="0">
          <a:solidFill>
            <a:srgbClr val="000000"/>
          </a:solidFill>
          <a:latin typeface="+mn-lt"/>
          <a:ea typeface="+mn-lt"/>
          <a:cs typeface="+mn-lt"/>
        </a:defRPr>
      </a:lvl3pPr>
      <a:lvl4pPr xmlns:a="http://schemas.openxmlformats.org/drawingml/2006/main" marL="2438400" marR="0" indent="-609600" algn="l" defTabSz="2438338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cap="none" spc="0" baseline="0">
          <a:solidFill>
            <a:srgbClr val="000000"/>
          </a:solidFill>
          <a:latin typeface="+mn-lt"/>
          <a:ea typeface="+mn-lt"/>
          <a:cs typeface="+mn-lt"/>
        </a:defRPr>
      </a:lvl4pPr>
      <a:lvl5pPr xmlns:a="http://schemas.openxmlformats.org/drawingml/2006/main" marL="3048000" marR="0" indent="-609600" algn="l" defTabSz="2438338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cap="none" spc="0" baseline="0">
          <a:solidFill>
            <a:srgbClr val="000000"/>
          </a:solidFill>
          <a:latin typeface="+mn-lt"/>
          <a:ea typeface="+mn-lt"/>
          <a:cs typeface="+mn-lt"/>
        </a:defRPr>
      </a:lvl5pPr>
      <a:lvl6pPr xmlns:a="http://schemas.openxmlformats.org/drawingml/2006/main" marL="3657600" marR="0" indent="-609600" algn="l" defTabSz="2438338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cap="none" spc="0" baseline="0">
          <a:solidFill>
            <a:srgbClr val="000000"/>
          </a:solidFill>
          <a:latin typeface="+mn-lt"/>
          <a:ea typeface="+mn-lt"/>
          <a:cs typeface="+mn-lt"/>
        </a:defRPr>
      </a:lvl6pPr>
      <a:lvl7pPr xmlns:a="http://schemas.openxmlformats.org/drawingml/2006/main" marL="4267200" marR="0" indent="-609600" algn="l" defTabSz="2438338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cap="none" spc="0" baseline="0">
          <a:solidFill>
            <a:srgbClr val="000000"/>
          </a:solidFill>
          <a:latin typeface="+mn-lt"/>
          <a:ea typeface="+mn-lt"/>
          <a:cs typeface="+mn-lt"/>
        </a:defRPr>
      </a:lvl7pPr>
      <a:lvl8pPr xmlns:a="http://schemas.openxmlformats.org/drawingml/2006/main" marL="4876800" marR="0" indent="-609600" algn="l" defTabSz="2438338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cap="none" spc="0" baseline="0">
          <a:solidFill>
            <a:srgbClr val="000000"/>
          </a:solidFill>
          <a:latin typeface="+mn-lt"/>
          <a:ea typeface="+mn-lt"/>
          <a:cs typeface="+mn-lt"/>
        </a:defRPr>
      </a:lvl8pPr>
      <a:lvl9pPr xmlns:a="http://schemas.openxmlformats.org/drawingml/2006/main" marL="5486400" marR="0" indent="-609600" algn="l" defTabSz="2438338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cap="none" spc="0" baseline="0">
          <a:solidFill>
            <a:srgbClr val="000000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marR="0" indent="0" algn="ctr" defTabSz="584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0" marR="0" indent="457200" algn="ctr" defTabSz="584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0" marR="0" indent="914400" algn="ctr" defTabSz="584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0" marR="0" indent="1371600" algn="ctr" defTabSz="584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0" marR="0" indent="1828800" algn="ctr" defTabSz="584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0" marR="0" indent="2286000" algn="ctr" defTabSz="584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0" marR="0" indent="2743200" algn="ctr" defTabSz="584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0" marR="0" indent="3200400" algn="ctr" defTabSz="584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0" marR="0" indent="3657600" algn="ctr" defTabSz="584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4999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0434f86124dc44be" /><Relationship Type="http://schemas.openxmlformats.org/officeDocument/2006/relationships/image" Target="/ppt/media/image.png" Id="R7e3d6a2f0b124d58" /><Relationship Type="http://schemas.openxmlformats.org/officeDocument/2006/relationships/notesSlide" Target="/ppt/notesSlides/notesSlide1.xml" Id="R6f94dfe1dc56416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839f2b7f01264137" /><Relationship Type="http://schemas.openxmlformats.org/officeDocument/2006/relationships/image" Target="/ppt/media/image2.png" Id="R4dd689f2215b4cf2" /><Relationship Type="http://schemas.openxmlformats.org/officeDocument/2006/relationships/notesSlide" Target="/ppt/notesSlides/notesSlide2.xml" Id="R7df2fc29ae6f4c0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3e08100e1bc24c36" /><Relationship Type="http://schemas.openxmlformats.org/officeDocument/2006/relationships/image" Target="/ppt/media/image3.png" Id="R09061400fa2748cd" /><Relationship Type="http://schemas.openxmlformats.org/officeDocument/2006/relationships/notesSlide" Target="/ppt/notesSlides/notesSlide3.xml" Id="R8f70097b8c354b8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6c61abcc25ba4eb4" /><Relationship Type="http://schemas.openxmlformats.org/officeDocument/2006/relationships/image" Target="/ppt/media/image4.png" Id="R374b738d58734bf7" /><Relationship Type="http://schemas.openxmlformats.org/officeDocument/2006/relationships/notesSlide" Target="/ppt/notesSlides/notesSlide4.xml" Id="R8ed2a61e86db480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704f881a2e0b4ab3" /><Relationship Type="http://schemas.openxmlformats.org/officeDocument/2006/relationships/image" Target="/ppt/media/image5.png" Id="R2accf864a0a241c6" /><Relationship Type="http://schemas.openxmlformats.org/officeDocument/2006/relationships/notesSlide" Target="/ppt/notesSlides/notesSlide5.xml" Id="R2e39bcf6eeaa407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1e6c2d6d9c8949f2" /><Relationship Type="http://schemas.openxmlformats.org/officeDocument/2006/relationships/image" Target="/ppt/media/image6.png" Id="R175c65a64b80417c" /><Relationship Type="http://schemas.openxmlformats.org/officeDocument/2006/relationships/notesSlide" Target="/ppt/notesSlides/notesSlide6.xml" Id="R63214562d11a4a6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10d2803068ef4e12" /><Relationship Type="http://schemas.openxmlformats.org/officeDocument/2006/relationships/image" Target="/ppt/media/image7.png" Id="R6b89787430ea4354" /><Relationship Type="http://schemas.openxmlformats.org/officeDocument/2006/relationships/notesSlide" Target="/ppt/notesSlides/notesSlide7.xml" Id="R6f041d97beb646f0" /></Relationships>
</file>

<file path=ppt/slides/slide1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3d6a2f0b124d58"/>
          <a:stretch xmlns:a="http://schemas.openxmlformats.org/drawingml/2006/main"/>
        </p:blipFill>
        <p:spPr>
          <a:xfrm xmlns:a="http://schemas.openxmlformats.org/drawingml/2006/main" flipH="0" flipV="0">
            <a:off x="1163349" y="882650"/>
            <a:ext cx="22057302" cy="1241382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21454"/>
      </p:ext>
    </p:extLst>
  </p:cSld>
</p:sld>
</file>

<file path=ppt/slides/slide2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d689f2215b4cf2"/>
          <a:stretch xmlns:a="http://schemas.openxmlformats.org/drawingml/2006/main"/>
        </p:blipFill>
        <p:spPr>
          <a:xfrm xmlns:a="http://schemas.openxmlformats.org/drawingml/2006/main" flipH="0" flipV="0">
            <a:off x="1574800" y="882650"/>
            <a:ext cx="21234400" cy="119507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418492"/>
      </p:ext>
    </p:extLst>
  </p:cSld>
</p:sld>
</file>

<file path=ppt/slides/slide3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061400fa2748cd"/>
          <a:stretch xmlns:a="http://schemas.openxmlformats.org/drawingml/2006/main"/>
        </p:blipFill>
        <p:spPr>
          <a:xfrm xmlns:a="http://schemas.openxmlformats.org/drawingml/2006/main" flipH="0" flipV="0">
            <a:off x="1163349" y="882650"/>
            <a:ext cx="22057302" cy="1241382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21454"/>
      </p:ext>
    </p:extLst>
  </p:cSld>
</p:sld>
</file>

<file path=ppt/slides/slide4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4b738d58734bf7"/>
          <a:stretch xmlns:a="http://schemas.openxmlformats.org/drawingml/2006/main"/>
        </p:blipFill>
        <p:spPr>
          <a:xfrm xmlns:a="http://schemas.openxmlformats.org/drawingml/2006/main" flipH="0" flipV="0">
            <a:off x="1163349" y="882650"/>
            <a:ext cx="22057302" cy="1241382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21454"/>
      </p:ext>
    </p:extLst>
  </p:cSld>
</p:sld>
</file>

<file path=ppt/slides/slide5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ccf864a0a241c6"/>
          <a:stretch xmlns:a="http://schemas.openxmlformats.org/drawingml/2006/main"/>
        </p:blipFill>
        <p:spPr>
          <a:xfrm xmlns:a="http://schemas.openxmlformats.org/drawingml/2006/main" flipH="0" flipV="0">
            <a:off x="1574800" y="882650"/>
            <a:ext cx="21234400" cy="119507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928583"/>
      </p:ext>
    </p:extLst>
  </p:cSld>
</p:sld>
</file>

<file path=ppt/slides/slide6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5c65a64b80417c"/>
          <a:stretch xmlns:a="http://schemas.openxmlformats.org/drawingml/2006/main"/>
        </p:blipFill>
        <p:spPr>
          <a:xfrm xmlns:a="http://schemas.openxmlformats.org/drawingml/2006/main" flipH="0" flipV="0">
            <a:off x="1163349" y="882650"/>
            <a:ext cx="22057302" cy="1241382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21454"/>
      </p:ext>
    </p:extLst>
  </p:cSld>
</p:sld>
</file>

<file path=ppt/slides/slide7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89787430ea4354"/>
          <a:stretch xmlns:a="http://schemas.openxmlformats.org/drawingml/2006/main"/>
        </p:blipFill>
        <p:spPr>
          <a:xfrm xmlns:a="http://schemas.openxmlformats.org/drawingml/2006/main" flipH="0" flipV="0">
            <a:off x="1574800" y="882650"/>
            <a:ext cx="21234400" cy="119507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664991"/>
      </p:ext>
    </p:extLst>
  </p:cSld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4999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2026-09-01T21:44:08.0880000Z</dcterms:created>
  <dcterms:modified xsi:type="dcterms:W3CDTF">2026-09-01T21:44:08.0880000Z</dcterms:modified>
</coreProperties>
</file>