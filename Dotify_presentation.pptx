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eur et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Auteur et date</a:t>
            </a:r>
          </a:p>
        </p:txBody>
      </p:sp>
      <p:sp>
        <p:nvSpPr>
          <p:cNvPr id="12" name="Titre de la présentation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Titre de la présentation</a:t>
            </a:r>
          </a:p>
        </p:txBody>
      </p:sp>
      <p:sp>
        <p:nvSpPr>
          <p:cNvPr id="13" name="Texte niveau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Sous-titre de la présentation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ts et citrons vert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re de la présentation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Titre de la présentation</a:t>
            </a:r>
          </a:p>
        </p:txBody>
      </p:sp>
      <p:sp>
        <p:nvSpPr>
          <p:cNvPr id="23" name="Auteur et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Auteur et date</a:t>
            </a:r>
          </a:p>
        </p:txBody>
      </p:sp>
      <p:sp>
        <p:nvSpPr>
          <p:cNvPr id="24" name="Texte niveau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Sous-titre de la présentation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utre titre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l avec des beignets de saumon, de la salade et du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itre de diapositiv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Titre de diapositive</a:t>
            </a:r>
          </a:p>
        </p:txBody>
      </p:sp>
      <p:sp>
        <p:nvSpPr>
          <p:cNvPr id="34" name="Texte niveau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Sous-titre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éro de diapositive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re de diapositiv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43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44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61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l de pâtes pappardelle avec du beurre maître d’hôtel, des noisettes grillées et des lamelles de parmesan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6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, vidéo direct, pet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72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7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, vidéo direct, g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82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8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re de section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Titre de section</a:t>
            </a:r>
          </a:p>
        </p:txBody>
      </p:sp>
      <p:sp>
        <p:nvSpPr>
          <p:cNvPr id="92" name="Numéro de diapositive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seu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100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10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re de l’ordre du jour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l’ordre du jour</a:t>
            </a:r>
          </a:p>
        </p:txBody>
      </p:sp>
      <p:sp>
        <p:nvSpPr>
          <p:cNvPr id="109" name="Sous-titre de l’ordre du jour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l’ordre du jour</a:t>
            </a:r>
          </a:p>
        </p:txBody>
      </p:sp>
      <p:sp>
        <p:nvSpPr>
          <p:cNvPr id="110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Rubriques de l’ordre du jour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écla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e niveau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Déclaration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it import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e niveau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Données clés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Données clés</a:t>
            </a:r>
          </a:p>
        </p:txBody>
      </p:sp>
      <p:sp>
        <p:nvSpPr>
          <p:cNvPr id="12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Texte niveau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 Citation notable 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 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l de salade avec du riz frit, des œufs durs et des baguette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l avec des beignets de saumon, de la salade et du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l de pâtes pappardelle avec du beurre maître d’hôtel, des noisettes grillées et des lamelles de parmesan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l de salade avec du riz frit, des œufs durs et des baguette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Titre de diapositive</a:t>
            </a:r>
          </a:p>
        </p:txBody>
      </p:sp>
      <p:sp>
        <p:nvSpPr>
          <p:cNvPr id="3" name="Texte niveau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Dotify.png" descr="Dotify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63349" y="882650"/>
            <a:ext cx="22057302" cy="124138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Dotify2.png" descr="Dotify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74800" y="882650"/>
            <a:ext cx="21234400" cy="11950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Dotify3.png" descr="Dotify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74800" y="882650"/>
            <a:ext cx="21234400" cy="11950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Dotify4.png" descr="Dotify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74800" y="882650"/>
            <a:ext cx="21234400" cy="11950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